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JetBrains Mono" charset="1" panose="02010509020102050004"/>
      <p:regular r:id="rId12"/>
    </p:embeddedFont>
    <p:embeddedFont>
      <p:font typeface="Arimo Bold" charset="1" panose="020B0704020202020204"/>
      <p:regular r:id="rId13"/>
    </p:embeddedFont>
    <p:embeddedFont>
      <p:font typeface="JetBrains Mono Bold" charset="1" panose="02010809030102050004"/>
      <p:regular r:id="rId14"/>
    </p:embeddedFont>
    <p:embeddedFont>
      <p:font typeface="Canva Sans Bold" charset="1" panose="020B08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28600"/>
            <a:chOff x="0" y="0"/>
            <a:chExt cx="24384000" cy="3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304800"/>
            </a:xfrm>
            <a:custGeom>
              <a:avLst/>
              <a:gdLst/>
              <a:ahLst/>
              <a:cxnLst/>
              <a:rect r="r" b="b" t="t" l="l"/>
              <a:pathLst>
                <a:path h="304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15550"/>
            <a:ext cx="18288000" cy="171450"/>
            <a:chOff x="0" y="0"/>
            <a:chExt cx="24384000" cy="228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5829A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228600"/>
            <a:ext cx="2571750" cy="42862"/>
            <a:chOff x="0" y="0"/>
            <a:chExt cx="3429000" cy="57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29000" cy="57150"/>
            </a:xfrm>
            <a:custGeom>
              <a:avLst/>
              <a:gdLst/>
              <a:ahLst/>
              <a:cxnLst/>
              <a:rect r="r" b="b" t="t" l="l"/>
              <a:pathLst>
                <a:path h="5715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716250" y="228600"/>
            <a:ext cx="2571750" cy="42862"/>
            <a:chOff x="0" y="0"/>
            <a:chExt cx="3429000" cy="57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29000" cy="57150"/>
            </a:xfrm>
            <a:custGeom>
              <a:avLst/>
              <a:gdLst/>
              <a:ahLst/>
              <a:cxnLst/>
              <a:rect r="r" b="b" t="t" l="l"/>
              <a:pathLst>
                <a:path h="5715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78619" y="378619"/>
            <a:ext cx="557212" cy="557212"/>
            <a:chOff x="0" y="0"/>
            <a:chExt cx="742950" cy="7429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42862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7352169" y="378619"/>
            <a:ext cx="557212" cy="557212"/>
            <a:chOff x="0" y="0"/>
            <a:chExt cx="742950" cy="7429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42862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400050" y="9901238"/>
            <a:ext cx="514350" cy="42862"/>
            <a:chOff x="0" y="0"/>
            <a:chExt cx="685800" cy="571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5800" cy="57150"/>
            </a:xfrm>
            <a:custGeom>
              <a:avLst/>
              <a:gdLst/>
              <a:ahLst/>
              <a:cxnLst/>
              <a:rect r="r" b="b" t="t" l="l"/>
              <a:pathLst>
                <a:path h="5715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00050" y="9429750"/>
            <a:ext cx="42862" cy="514350"/>
            <a:chOff x="0" y="0"/>
            <a:chExt cx="57150" cy="685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150" cy="685800"/>
            </a:xfrm>
            <a:custGeom>
              <a:avLst/>
              <a:gdLst/>
              <a:ahLst/>
              <a:cxnLst/>
              <a:rect r="r" b="b" t="t" l="l"/>
              <a:pathLst>
                <a:path h="685800" w="57150">
                  <a:moveTo>
                    <a:pt x="0" y="0"/>
                  </a:moveTo>
                  <a:lnTo>
                    <a:pt x="57150" y="0"/>
                  </a:lnTo>
                  <a:lnTo>
                    <a:pt x="5715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7373600" y="9901238"/>
            <a:ext cx="514350" cy="42862"/>
            <a:chOff x="0" y="0"/>
            <a:chExt cx="685800" cy="57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5800" cy="57150"/>
            </a:xfrm>
            <a:custGeom>
              <a:avLst/>
              <a:gdLst/>
              <a:ahLst/>
              <a:cxnLst/>
              <a:rect r="r" b="b" t="t" l="l"/>
              <a:pathLst>
                <a:path h="5715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7845088" y="9429750"/>
            <a:ext cx="42862" cy="514350"/>
            <a:chOff x="0" y="0"/>
            <a:chExt cx="57150" cy="685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150" cy="685800"/>
            </a:xfrm>
            <a:custGeom>
              <a:avLst/>
              <a:gdLst/>
              <a:ahLst/>
              <a:cxnLst/>
              <a:rect r="r" b="b" t="t" l="l"/>
              <a:pathLst>
                <a:path h="685800" w="57150">
                  <a:moveTo>
                    <a:pt x="0" y="0"/>
                  </a:moveTo>
                  <a:lnTo>
                    <a:pt x="57150" y="0"/>
                  </a:lnTo>
                  <a:lnTo>
                    <a:pt x="5715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28625" y="71438"/>
            <a:ext cx="85725" cy="85725"/>
            <a:chOff x="0" y="0"/>
            <a:chExt cx="114300" cy="1143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cubicBezTo>
                    <a:pt x="114300" y="88773"/>
                    <a:pt x="88773" y="114300"/>
                    <a:pt x="57150" y="114300"/>
                  </a:cubicBezTo>
                  <a:cubicBezTo>
                    <a:pt x="25527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00075" y="100012"/>
            <a:ext cx="228600" cy="28575"/>
            <a:chOff x="0" y="0"/>
            <a:chExt cx="304800" cy="38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4800" cy="38100"/>
            </a:xfrm>
            <a:custGeom>
              <a:avLst/>
              <a:gdLst/>
              <a:ahLst/>
              <a:cxnLst/>
              <a:rect r="r" b="b" t="t" l="l"/>
              <a:pathLst>
                <a:path h="381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7459325" y="100012"/>
            <a:ext cx="228600" cy="28575"/>
            <a:chOff x="0" y="0"/>
            <a:chExt cx="304800" cy="38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4800" cy="38100"/>
            </a:xfrm>
            <a:custGeom>
              <a:avLst/>
              <a:gdLst/>
              <a:ahLst/>
              <a:cxnLst/>
              <a:rect r="r" b="b" t="t" l="l"/>
              <a:pathLst>
                <a:path h="381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773650" y="71438"/>
            <a:ext cx="85725" cy="85725"/>
            <a:chOff x="0" y="0"/>
            <a:chExt cx="114300" cy="1143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cubicBezTo>
                    <a:pt x="114300" y="88773"/>
                    <a:pt x="88773" y="114300"/>
                    <a:pt x="57150" y="114300"/>
                  </a:cubicBezTo>
                  <a:cubicBezTo>
                    <a:pt x="25527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7429500" y="19050"/>
            <a:ext cx="42862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5"/>
              </a:lnSpc>
            </a:pPr>
            <a:r>
              <a:rPr lang="en-US" sz="1012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SYS_SECURE_INIT // 0X7F_SOLVIX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85875" y="8343900"/>
            <a:ext cx="15716250" cy="14288"/>
            <a:chOff x="0" y="0"/>
            <a:chExt cx="20955000" cy="19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955000" cy="19050"/>
            </a:xfrm>
            <a:custGeom>
              <a:avLst/>
              <a:gdLst/>
              <a:ahLst/>
              <a:cxnLst/>
              <a:rect r="r" b="b" t="t" l="l"/>
              <a:pathLst>
                <a:path h="19050" w="20955000">
                  <a:moveTo>
                    <a:pt x="0" y="0"/>
                  </a:moveTo>
                  <a:lnTo>
                    <a:pt x="20955000" y="0"/>
                  </a:lnTo>
                  <a:lnTo>
                    <a:pt x="20955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B4FE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916025" y="8722519"/>
            <a:ext cx="3086100" cy="542925"/>
            <a:chOff x="0" y="0"/>
            <a:chExt cx="4114800" cy="7239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114800" cy="723900"/>
            </a:xfrm>
            <a:custGeom>
              <a:avLst/>
              <a:gdLst/>
              <a:ahLst/>
              <a:cxnLst/>
              <a:rect r="r" b="b" t="t" l="l"/>
              <a:pathLst>
                <a:path h="723900" w="41148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3962400" y="0"/>
                  </a:lnTo>
                  <a:cubicBezTo>
                    <a:pt x="4046601" y="0"/>
                    <a:pt x="4114800" y="68199"/>
                    <a:pt x="4114800" y="152400"/>
                  </a:cubicBezTo>
                  <a:lnTo>
                    <a:pt x="4114800" y="571500"/>
                  </a:lnTo>
                  <a:cubicBezTo>
                    <a:pt x="4114800" y="655701"/>
                    <a:pt x="4046601" y="723900"/>
                    <a:pt x="3962400" y="723900"/>
                  </a:cubicBezTo>
                  <a:lnTo>
                    <a:pt x="152400" y="723900"/>
                  </a:lnTo>
                  <a:cubicBezTo>
                    <a:pt x="68199" y="723900"/>
                    <a:pt x="0" y="655701"/>
                    <a:pt x="0" y="571500"/>
                  </a:cubicBezTo>
                  <a:close/>
                </a:path>
              </a:pathLst>
            </a:custGeom>
            <a:solidFill>
              <a:srgbClr val="0F0715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714375" y="1884269"/>
            <a:ext cx="6133624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0"/>
              </a:lnSpc>
            </a:pPr>
            <a:r>
              <a:rPr lang="en-US" sz="6300" b="true">
                <a:solidFill>
                  <a:srgbClr val="0F0715"/>
                </a:solidFill>
                <a:latin typeface="Arimo Bold"/>
                <a:ea typeface="Arimo Bold"/>
                <a:cs typeface="Arimo Bold"/>
                <a:sym typeface="Arimo Bold"/>
              </a:rPr>
              <a:t>INTRODUCTION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130338" y="8865394"/>
            <a:ext cx="265747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TRACK: 01 // CORE_TECH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8700" y="515340"/>
            <a:ext cx="4723913" cy="360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2384" b="true">
                <a:solidFill>
                  <a:srgbClr val="7C3AED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SOLVIX'26 // 24H HACKATHON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16691" y="2887170"/>
            <a:ext cx="5347931" cy="6106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317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name :</a:t>
            </a:r>
          </a:p>
          <a:p>
            <a:pPr algn="l">
              <a:lnSpc>
                <a:spcPts val="6120"/>
              </a:lnSpc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Team members + roles:   </a:t>
            </a:r>
          </a:p>
          <a:p>
            <a:pPr algn="l">
              <a:lnSpc>
                <a:spcPts val="6120"/>
              </a:lnSpc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Member 1 &amp; role:</a:t>
            </a:r>
          </a:p>
          <a:p>
            <a:pPr algn="l">
              <a:lnSpc>
                <a:spcPts val="6120"/>
              </a:lnSpc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Member 2 &amp; role: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</a:t>
            </a:r>
          </a:p>
          <a:p>
            <a:pPr algn="l">
              <a:lnSpc>
                <a:spcPts val="6120"/>
              </a:lnSpc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Member3 (optional )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</a:t>
            </a:r>
          </a:p>
          <a:p>
            <a:pPr algn="l">
              <a:lnSpc>
                <a:spcPts val="6120"/>
              </a:lnSpc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College/organization :</a:t>
            </a:r>
          </a:p>
          <a:p>
            <a:pPr algn="l">
              <a:lnSpc>
                <a:spcPts val="6120"/>
              </a:lnSpc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statement :</a:t>
            </a:r>
          </a:p>
          <a:p>
            <a:pPr algn="l">
              <a:lnSpc>
                <a:spcPts val="612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28600"/>
            <a:chOff x="0" y="0"/>
            <a:chExt cx="24384000" cy="3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304800"/>
            </a:xfrm>
            <a:custGeom>
              <a:avLst/>
              <a:gdLst/>
              <a:ahLst/>
              <a:cxnLst/>
              <a:rect r="r" b="b" t="t" l="l"/>
              <a:pathLst>
                <a:path h="304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15550"/>
            <a:ext cx="18288000" cy="171450"/>
            <a:chOff x="0" y="0"/>
            <a:chExt cx="24384000" cy="228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5829A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228600"/>
            <a:ext cx="2571750" cy="42862"/>
            <a:chOff x="0" y="0"/>
            <a:chExt cx="3429000" cy="57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29000" cy="57150"/>
            </a:xfrm>
            <a:custGeom>
              <a:avLst/>
              <a:gdLst/>
              <a:ahLst/>
              <a:cxnLst/>
              <a:rect r="r" b="b" t="t" l="l"/>
              <a:pathLst>
                <a:path h="5715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716250" y="228600"/>
            <a:ext cx="2571750" cy="42862"/>
            <a:chOff x="0" y="0"/>
            <a:chExt cx="3429000" cy="57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29000" cy="57150"/>
            </a:xfrm>
            <a:custGeom>
              <a:avLst/>
              <a:gdLst/>
              <a:ahLst/>
              <a:cxnLst/>
              <a:rect r="r" b="b" t="t" l="l"/>
              <a:pathLst>
                <a:path h="5715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78619" y="378619"/>
            <a:ext cx="557212" cy="557212"/>
            <a:chOff x="0" y="0"/>
            <a:chExt cx="742950" cy="7429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42862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7352169" y="378619"/>
            <a:ext cx="557212" cy="557212"/>
            <a:chOff x="0" y="0"/>
            <a:chExt cx="742950" cy="7429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42862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400050" y="9901238"/>
            <a:ext cx="514350" cy="42862"/>
            <a:chOff x="0" y="0"/>
            <a:chExt cx="685800" cy="571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5800" cy="57150"/>
            </a:xfrm>
            <a:custGeom>
              <a:avLst/>
              <a:gdLst/>
              <a:ahLst/>
              <a:cxnLst/>
              <a:rect r="r" b="b" t="t" l="l"/>
              <a:pathLst>
                <a:path h="5715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00050" y="9429750"/>
            <a:ext cx="42862" cy="514350"/>
            <a:chOff x="0" y="0"/>
            <a:chExt cx="57150" cy="685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150" cy="685800"/>
            </a:xfrm>
            <a:custGeom>
              <a:avLst/>
              <a:gdLst/>
              <a:ahLst/>
              <a:cxnLst/>
              <a:rect r="r" b="b" t="t" l="l"/>
              <a:pathLst>
                <a:path h="685800" w="57150">
                  <a:moveTo>
                    <a:pt x="0" y="0"/>
                  </a:moveTo>
                  <a:lnTo>
                    <a:pt x="57150" y="0"/>
                  </a:lnTo>
                  <a:lnTo>
                    <a:pt x="5715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7373600" y="9901238"/>
            <a:ext cx="514350" cy="42862"/>
            <a:chOff x="0" y="0"/>
            <a:chExt cx="685800" cy="57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5800" cy="57150"/>
            </a:xfrm>
            <a:custGeom>
              <a:avLst/>
              <a:gdLst/>
              <a:ahLst/>
              <a:cxnLst/>
              <a:rect r="r" b="b" t="t" l="l"/>
              <a:pathLst>
                <a:path h="5715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7845088" y="9429750"/>
            <a:ext cx="42862" cy="514350"/>
            <a:chOff x="0" y="0"/>
            <a:chExt cx="57150" cy="685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150" cy="685800"/>
            </a:xfrm>
            <a:custGeom>
              <a:avLst/>
              <a:gdLst/>
              <a:ahLst/>
              <a:cxnLst/>
              <a:rect r="r" b="b" t="t" l="l"/>
              <a:pathLst>
                <a:path h="685800" w="57150">
                  <a:moveTo>
                    <a:pt x="0" y="0"/>
                  </a:moveTo>
                  <a:lnTo>
                    <a:pt x="57150" y="0"/>
                  </a:lnTo>
                  <a:lnTo>
                    <a:pt x="5715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28625" y="71438"/>
            <a:ext cx="85725" cy="85725"/>
            <a:chOff x="0" y="0"/>
            <a:chExt cx="114300" cy="1143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cubicBezTo>
                    <a:pt x="114300" y="88773"/>
                    <a:pt x="88773" y="114300"/>
                    <a:pt x="57150" y="114300"/>
                  </a:cubicBezTo>
                  <a:cubicBezTo>
                    <a:pt x="25527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00075" y="100012"/>
            <a:ext cx="228600" cy="28575"/>
            <a:chOff x="0" y="0"/>
            <a:chExt cx="304800" cy="38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4800" cy="38100"/>
            </a:xfrm>
            <a:custGeom>
              <a:avLst/>
              <a:gdLst/>
              <a:ahLst/>
              <a:cxnLst/>
              <a:rect r="r" b="b" t="t" l="l"/>
              <a:pathLst>
                <a:path h="381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7459325" y="100012"/>
            <a:ext cx="228600" cy="28575"/>
            <a:chOff x="0" y="0"/>
            <a:chExt cx="304800" cy="38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4800" cy="38100"/>
            </a:xfrm>
            <a:custGeom>
              <a:avLst/>
              <a:gdLst/>
              <a:ahLst/>
              <a:cxnLst/>
              <a:rect r="r" b="b" t="t" l="l"/>
              <a:pathLst>
                <a:path h="381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773650" y="71438"/>
            <a:ext cx="85725" cy="85725"/>
            <a:chOff x="0" y="0"/>
            <a:chExt cx="114300" cy="1143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cubicBezTo>
                    <a:pt x="114300" y="88773"/>
                    <a:pt x="88773" y="114300"/>
                    <a:pt x="57150" y="114300"/>
                  </a:cubicBezTo>
                  <a:cubicBezTo>
                    <a:pt x="25527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7429500" y="19050"/>
            <a:ext cx="42862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5"/>
              </a:lnSpc>
            </a:pPr>
            <a:r>
              <a:rPr lang="en-US" sz="1012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SYS_SECURE_INIT // 0X7F_SOLVIX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85875" y="8343900"/>
            <a:ext cx="15716250" cy="14288"/>
            <a:chOff x="0" y="0"/>
            <a:chExt cx="20955000" cy="19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955000" cy="19050"/>
            </a:xfrm>
            <a:custGeom>
              <a:avLst/>
              <a:gdLst/>
              <a:ahLst/>
              <a:cxnLst/>
              <a:rect r="r" b="b" t="t" l="l"/>
              <a:pathLst>
                <a:path h="19050" w="20955000">
                  <a:moveTo>
                    <a:pt x="0" y="0"/>
                  </a:moveTo>
                  <a:lnTo>
                    <a:pt x="20955000" y="0"/>
                  </a:lnTo>
                  <a:lnTo>
                    <a:pt x="20955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B4FE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916025" y="8722519"/>
            <a:ext cx="3086100" cy="542925"/>
            <a:chOff x="0" y="0"/>
            <a:chExt cx="4114800" cy="7239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114800" cy="723900"/>
            </a:xfrm>
            <a:custGeom>
              <a:avLst/>
              <a:gdLst/>
              <a:ahLst/>
              <a:cxnLst/>
              <a:rect r="r" b="b" t="t" l="l"/>
              <a:pathLst>
                <a:path h="723900" w="41148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3962400" y="0"/>
                  </a:lnTo>
                  <a:cubicBezTo>
                    <a:pt x="4046601" y="0"/>
                    <a:pt x="4114800" y="68199"/>
                    <a:pt x="4114800" y="152400"/>
                  </a:cubicBezTo>
                  <a:lnTo>
                    <a:pt x="4114800" y="571500"/>
                  </a:lnTo>
                  <a:cubicBezTo>
                    <a:pt x="4114800" y="655701"/>
                    <a:pt x="4046601" y="723900"/>
                    <a:pt x="3962400" y="723900"/>
                  </a:cubicBezTo>
                  <a:lnTo>
                    <a:pt x="152400" y="723900"/>
                  </a:lnTo>
                  <a:cubicBezTo>
                    <a:pt x="68199" y="723900"/>
                    <a:pt x="0" y="655701"/>
                    <a:pt x="0" y="571500"/>
                  </a:cubicBezTo>
                  <a:close/>
                </a:path>
              </a:pathLst>
            </a:custGeom>
            <a:solidFill>
              <a:srgbClr val="0F0715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714375" y="1884269"/>
            <a:ext cx="7291626" cy="2670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0"/>
              </a:lnSpc>
            </a:pPr>
            <a:r>
              <a:rPr lang="en-US" sz="6300" b="true">
                <a:solidFill>
                  <a:srgbClr val="0F0715"/>
                </a:solidFill>
                <a:latin typeface="Arimo Bold"/>
                <a:ea typeface="Arimo Bold"/>
                <a:cs typeface="Arimo Bold"/>
                <a:sym typeface="Arimo Bold"/>
              </a:rPr>
              <a:t>Problem Statement</a:t>
            </a:r>
          </a:p>
          <a:p>
            <a:pPr algn="l">
              <a:lnSpc>
                <a:spcPts val="6930"/>
              </a:lnSpc>
            </a:pPr>
          </a:p>
          <a:p>
            <a:pPr algn="l">
              <a:lnSpc>
                <a:spcPts val="6930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14130338" y="8865394"/>
            <a:ext cx="265747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TRACK: 01 // CORE_TECH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8700" y="515340"/>
            <a:ext cx="4723913" cy="360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2384" b="true">
                <a:solidFill>
                  <a:srgbClr val="7C3AED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SOLVIX'26 // 24H HACKATHON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16691" y="2887170"/>
            <a:ext cx="7685127" cy="4563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problem are you solving?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Who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experiences it?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is it important?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Current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pain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points /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gaps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1–2 supp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orting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statistics if available</a:t>
            </a:r>
          </a:p>
          <a:p>
            <a:pPr algn="l">
              <a:lnSpc>
                <a:spcPts val="6120"/>
              </a:lnSpc>
            </a:pPr>
          </a:p>
        </p:txBody>
      </p:sp>
      <p:grpSp>
        <p:nvGrpSpPr>
          <p:cNvPr name="Group 39" id="39"/>
          <p:cNvGrpSpPr/>
          <p:nvPr/>
        </p:nvGrpSpPr>
        <p:grpSpPr>
          <a:xfrm rot="0">
            <a:off x="12035204" y="1600240"/>
            <a:ext cx="4966921" cy="6743660"/>
            <a:chOff x="0" y="0"/>
            <a:chExt cx="1308160" cy="177610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08160" cy="1776108"/>
            </a:xfrm>
            <a:custGeom>
              <a:avLst/>
              <a:gdLst/>
              <a:ahLst/>
              <a:cxnLst/>
              <a:rect r="r" b="b" t="t" l="l"/>
              <a:pathLst>
                <a:path h="1776108" w="1308160">
                  <a:moveTo>
                    <a:pt x="0" y="0"/>
                  </a:moveTo>
                  <a:lnTo>
                    <a:pt x="1308160" y="0"/>
                  </a:lnTo>
                  <a:lnTo>
                    <a:pt x="1308160" y="1776108"/>
                  </a:lnTo>
                  <a:lnTo>
                    <a:pt x="0" y="1776108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F0715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1308160" cy="1776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69"/>
                </a:lnSpc>
              </a:pPr>
              <a:r>
                <a:rPr lang="en-US" sz="2474">
                  <a:solidFill>
                    <a:srgbClr val="0F071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use this space for uploading /adding image 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28600"/>
            <a:chOff x="0" y="0"/>
            <a:chExt cx="24384000" cy="3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304800"/>
            </a:xfrm>
            <a:custGeom>
              <a:avLst/>
              <a:gdLst/>
              <a:ahLst/>
              <a:cxnLst/>
              <a:rect r="r" b="b" t="t" l="l"/>
              <a:pathLst>
                <a:path h="304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15550"/>
            <a:ext cx="18288000" cy="171450"/>
            <a:chOff x="0" y="0"/>
            <a:chExt cx="24384000" cy="228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5829A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228600"/>
            <a:ext cx="2571750" cy="42862"/>
            <a:chOff x="0" y="0"/>
            <a:chExt cx="3429000" cy="57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29000" cy="57150"/>
            </a:xfrm>
            <a:custGeom>
              <a:avLst/>
              <a:gdLst/>
              <a:ahLst/>
              <a:cxnLst/>
              <a:rect r="r" b="b" t="t" l="l"/>
              <a:pathLst>
                <a:path h="5715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716250" y="228600"/>
            <a:ext cx="2571750" cy="42862"/>
            <a:chOff x="0" y="0"/>
            <a:chExt cx="3429000" cy="57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29000" cy="57150"/>
            </a:xfrm>
            <a:custGeom>
              <a:avLst/>
              <a:gdLst/>
              <a:ahLst/>
              <a:cxnLst/>
              <a:rect r="r" b="b" t="t" l="l"/>
              <a:pathLst>
                <a:path h="5715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78619" y="378619"/>
            <a:ext cx="557212" cy="557212"/>
            <a:chOff x="0" y="0"/>
            <a:chExt cx="742950" cy="7429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42862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7352169" y="378619"/>
            <a:ext cx="557212" cy="557212"/>
            <a:chOff x="0" y="0"/>
            <a:chExt cx="742950" cy="7429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42862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400050" y="9901238"/>
            <a:ext cx="514350" cy="42862"/>
            <a:chOff x="0" y="0"/>
            <a:chExt cx="685800" cy="571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5800" cy="57150"/>
            </a:xfrm>
            <a:custGeom>
              <a:avLst/>
              <a:gdLst/>
              <a:ahLst/>
              <a:cxnLst/>
              <a:rect r="r" b="b" t="t" l="l"/>
              <a:pathLst>
                <a:path h="5715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00050" y="9429750"/>
            <a:ext cx="42862" cy="514350"/>
            <a:chOff x="0" y="0"/>
            <a:chExt cx="57150" cy="685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150" cy="685800"/>
            </a:xfrm>
            <a:custGeom>
              <a:avLst/>
              <a:gdLst/>
              <a:ahLst/>
              <a:cxnLst/>
              <a:rect r="r" b="b" t="t" l="l"/>
              <a:pathLst>
                <a:path h="685800" w="57150">
                  <a:moveTo>
                    <a:pt x="0" y="0"/>
                  </a:moveTo>
                  <a:lnTo>
                    <a:pt x="57150" y="0"/>
                  </a:lnTo>
                  <a:lnTo>
                    <a:pt x="5715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7373600" y="9901238"/>
            <a:ext cx="514350" cy="42862"/>
            <a:chOff x="0" y="0"/>
            <a:chExt cx="685800" cy="57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5800" cy="57150"/>
            </a:xfrm>
            <a:custGeom>
              <a:avLst/>
              <a:gdLst/>
              <a:ahLst/>
              <a:cxnLst/>
              <a:rect r="r" b="b" t="t" l="l"/>
              <a:pathLst>
                <a:path h="5715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7845088" y="9429750"/>
            <a:ext cx="42862" cy="514350"/>
            <a:chOff x="0" y="0"/>
            <a:chExt cx="57150" cy="685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150" cy="685800"/>
            </a:xfrm>
            <a:custGeom>
              <a:avLst/>
              <a:gdLst/>
              <a:ahLst/>
              <a:cxnLst/>
              <a:rect r="r" b="b" t="t" l="l"/>
              <a:pathLst>
                <a:path h="685800" w="57150">
                  <a:moveTo>
                    <a:pt x="0" y="0"/>
                  </a:moveTo>
                  <a:lnTo>
                    <a:pt x="57150" y="0"/>
                  </a:lnTo>
                  <a:lnTo>
                    <a:pt x="5715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28625" y="71438"/>
            <a:ext cx="85725" cy="85725"/>
            <a:chOff x="0" y="0"/>
            <a:chExt cx="114300" cy="1143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cubicBezTo>
                    <a:pt x="114300" y="88773"/>
                    <a:pt x="88773" y="114300"/>
                    <a:pt x="57150" y="114300"/>
                  </a:cubicBezTo>
                  <a:cubicBezTo>
                    <a:pt x="25527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00075" y="100012"/>
            <a:ext cx="228600" cy="28575"/>
            <a:chOff x="0" y="0"/>
            <a:chExt cx="304800" cy="38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4800" cy="38100"/>
            </a:xfrm>
            <a:custGeom>
              <a:avLst/>
              <a:gdLst/>
              <a:ahLst/>
              <a:cxnLst/>
              <a:rect r="r" b="b" t="t" l="l"/>
              <a:pathLst>
                <a:path h="381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7459325" y="100012"/>
            <a:ext cx="228600" cy="28575"/>
            <a:chOff x="0" y="0"/>
            <a:chExt cx="304800" cy="38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4800" cy="38100"/>
            </a:xfrm>
            <a:custGeom>
              <a:avLst/>
              <a:gdLst/>
              <a:ahLst/>
              <a:cxnLst/>
              <a:rect r="r" b="b" t="t" l="l"/>
              <a:pathLst>
                <a:path h="381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773650" y="71438"/>
            <a:ext cx="85725" cy="85725"/>
            <a:chOff x="0" y="0"/>
            <a:chExt cx="114300" cy="1143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cubicBezTo>
                    <a:pt x="114300" y="88773"/>
                    <a:pt x="88773" y="114300"/>
                    <a:pt x="57150" y="114300"/>
                  </a:cubicBezTo>
                  <a:cubicBezTo>
                    <a:pt x="25527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7429500" y="19050"/>
            <a:ext cx="42862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5"/>
              </a:lnSpc>
            </a:pPr>
            <a:r>
              <a:rPr lang="en-US" sz="1012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SYS_SECURE_INIT // 0X7F_SOLVIX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85875" y="8343900"/>
            <a:ext cx="15716250" cy="14288"/>
            <a:chOff x="0" y="0"/>
            <a:chExt cx="20955000" cy="19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955000" cy="19050"/>
            </a:xfrm>
            <a:custGeom>
              <a:avLst/>
              <a:gdLst/>
              <a:ahLst/>
              <a:cxnLst/>
              <a:rect r="r" b="b" t="t" l="l"/>
              <a:pathLst>
                <a:path h="19050" w="20955000">
                  <a:moveTo>
                    <a:pt x="0" y="0"/>
                  </a:moveTo>
                  <a:lnTo>
                    <a:pt x="20955000" y="0"/>
                  </a:lnTo>
                  <a:lnTo>
                    <a:pt x="20955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B4FE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514350" y="1288256"/>
            <a:ext cx="7111841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0"/>
              </a:lnSpc>
            </a:pPr>
            <a:r>
              <a:rPr lang="en-US" sz="6300" b="true">
                <a:solidFill>
                  <a:srgbClr val="0F0715"/>
                </a:solidFill>
                <a:latin typeface="Arimo Bold"/>
                <a:ea typeface="Arimo Bold"/>
                <a:cs typeface="Arimo Bold"/>
                <a:sym typeface="Arimo Bold"/>
              </a:rPr>
              <a:t>Proposed Solution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515340"/>
            <a:ext cx="4723913" cy="360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2384" b="true">
                <a:solidFill>
                  <a:srgbClr val="7C3AED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SOLVIX'26 // 24H HACKATHON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64080" y="1977866"/>
            <a:ext cx="8879920" cy="4563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Product/project name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One-line solution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statement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your solution addresses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the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problem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3–4 key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features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Sim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ple w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orkflow/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architecture visual</a:t>
            </a:r>
          </a:p>
          <a:p>
            <a:pPr algn="l">
              <a:lnSpc>
                <a:spcPts val="6120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264080" y="4951713"/>
            <a:ext cx="10342485" cy="533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 journey / process flow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nput → Processing → Output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stem architect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ure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AI/ML/API/backend components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if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applicable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ep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this h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igh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ly visua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 r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ather than text-heavy</a:t>
            </a:r>
          </a:p>
          <a:p>
            <a:pPr algn="l">
              <a:lnSpc>
                <a:spcPts val="6120"/>
              </a:lnSpc>
            </a:pPr>
          </a:p>
        </p:txBody>
      </p:sp>
      <p:grpSp>
        <p:nvGrpSpPr>
          <p:cNvPr name="Group 37" id="37"/>
          <p:cNvGrpSpPr/>
          <p:nvPr/>
        </p:nvGrpSpPr>
        <p:grpSpPr>
          <a:xfrm rot="0">
            <a:off x="12035204" y="1600240"/>
            <a:ext cx="4966921" cy="6743660"/>
            <a:chOff x="0" y="0"/>
            <a:chExt cx="1308160" cy="177610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308160" cy="1776108"/>
            </a:xfrm>
            <a:custGeom>
              <a:avLst/>
              <a:gdLst/>
              <a:ahLst/>
              <a:cxnLst/>
              <a:rect r="r" b="b" t="t" l="l"/>
              <a:pathLst>
                <a:path h="1776108" w="1308160">
                  <a:moveTo>
                    <a:pt x="0" y="0"/>
                  </a:moveTo>
                  <a:lnTo>
                    <a:pt x="1308160" y="0"/>
                  </a:lnTo>
                  <a:lnTo>
                    <a:pt x="1308160" y="1776108"/>
                  </a:lnTo>
                  <a:lnTo>
                    <a:pt x="0" y="1776108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F0715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1308160" cy="1776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69"/>
                </a:lnSpc>
              </a:pPr>
              <a:r>
                <a:rPr lang="en-US" sz="2474">
                  <a:solidFill>
                    <a:srgbClr val="0F071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use this space for uploading /adding image 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28600"/>
            <a:chOff x="0" y="0"/>
            <a:chExt cx="24384000" cy="3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304800"/>
            </a:xfrm>
            <a:custGeom>
              <a:avLst/>
              <a:gdLst/>
              <a:ahLst/>
              <a:cxnLst/>
              <a:rect r="r" b="b" t="t" l="l"/>
              <a:pathLst>
                <a:path h="304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15550"/>
            <a:ext cx="18288000" cy="171450"/>
            <a:chOff x="0" y="0"/>
            <a:chExt cx="24384000" cy="228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5829A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228600"/>
            <a:ext cx="2571750" cy="42862"/>
            <a:chOff x="0" y="0"/>
            <a:chExt cx="3429000" cy="57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29000" cy="57150"/>
            </a:xfrm>
            <a:custGeom>
              <a:avLst/>
              <a:gdLst/>
              <a:ahLst/>
              <a:cxnLst/>
              <a:rect r="r" b="b" t="t" l="l"/>
              <a:pathLst>
                <a:path h="5715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716250" y="228600"/>
            <a:ext cx="2571750" cy="42862"/>
            <a:chOff x="0" y="0"/>
            <a:chExt cx="3429000" cy="57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29000" cy="57150"/>
            </a:xfrm>
            <a:custGeom>
              <a:avLst/>
              <a:gdLst/>
              <a:ahLst/>
              <a:cxnLst/>
              <a:rect r="r" b="b" t="t" l="l"/>
              <a:pathLst>
                <a:path h="5715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78619" y="378619"/>
            <a:ext cx="557212" cy="557212"/>
            <a:chOff x="0" y="0"/>
            <a:chExt cx="742950" cy="7429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42862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7352169" y="378619"/>
            <a:ext cx="557212" cy="557212"/>
            <a:chOff x="0" y="0"/>
            <a:chExt cx="742950" cy="7429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42862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400050" y="9901238"/>
            <a:ext cx="514350" cy="42862"/>
            <a:chOff x="0" y="0"/>
            <a:chExt cx="685800" cy="571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5800" cy="57150"/>
            </a:xfrm>
            <a:custGeom>
              <a:avLst/>
              <a:gdLst/>
              <a:ahLst/>
              <a:cxnLst/>
              <a:rect r="r" b="b" t="t" l="l"/>
              <a:pathLst>
                <a:path h="5715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00050" y="9429750"/>
            <a:ext cx="42862" cy="514350"/>
            <a:chOff x="0" y="0"/>
            <a:chExt cx="57150" cy="685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150" cy="685800"/>
            </a:xfrm>
            <a:custGeom>
              <a:avLst/>
              <a:gdLst/>
              <a:ahLst/>
              <a:cxnLst/>
              <a:rect r="r" b="b" t="t" l="l"/>
              <a:pathLst>
                <a:path h="685800" w="57150">
                  <a:moveTo>
                    <a:pt x="0" y="0"/>
                  </a:moveTo>
                  <a:lnTo>
                    <a:pt x="57150" y="0"/>
                  </a:lnTo>
                  <a:lnTo>
                    <a:pt x="5715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7373600" y="9901238"/>
            <a:ext cx="514350" cy="42862"/>
            <a:chOff x="0" y="0"/>
            <a:chExt cx="685800" cy="57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5800" cy="57150"/>
            </a:xfrm>
            <a:custGeom>
              <a:avLst/>
              <a:gdLst/>
              <a:ahLst/>
              <a:cxnLst/>
              <a:rect r="r" b="b" t="t" l="l"/>
              <a:pathLst>
                <a:path h="5715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7845088" y="9429750"/>
            <a:ext cx="42862" cy="514350"/>
            <a:chOff x="0" y="0"/>
            <a:chExt cx="57150" cy="685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150" cy="685800"/>
            </a:xfrm>
            <a:custGeom>
              <a:avLst/>
              <a:gdLst/>
              <a:ahLst/>
              <a:cxnLst/>
              <a:rect r="r" b="b" t="t" l="l"/>
              <a:pathLst>
                <a:path h="685800" w="57150">
                  <a:moveTo>
                    <a:pt x="0" y="0"/>
                  </a:moveTo>
                  <a:lnTo>
                    <a:pt x="57150" y="0"/>
                  </a:lnTo>
                  <a:lnTo>
                    <a:pt x="5715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28625" y="71438"/>
            <a:ext cx="85725" cy="85725"/>
            <a:chOff x="0" y="0"/>
            <a:chExt cx="114300" cy="1143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cubicBezTo>
                    <a:pt x="114300" y="88773"/>
                    <a:pt x="88773" y="114300"/>
                    <a:pt x="57150" y="114300"/>
                  </a:cubicBezTo>
                  <a:cubicBezTo>
                    <a:pt x="25527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00075" y="100012"/>
            <a:ext cx="228600" cy="28575"/>
            <a:chOff x="0" y="0"/>
            <a:chExt cx="304800" cy="38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4800" cy="38100"/>
            </a:xfrm>
            <a:custGeom>
              <a:avLst/>
              <a:gdLst/>
              <a:ahLst/>
              <a:cxnLst/>
              <a:rect r="r" b="b" t="t" l="l"/>
              <a:pathLst>
                <a:path h="381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7459325" y="100012"/>
            <a:ext cx="228600" cy="28575"/>
            <a:chOff x="0" y="0"/>
            <a:chExt cx="304800" cy="38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4800" cy="38100"/>
            </a:xfrm>
            <a:custGeom>
              <a:avLst/>
              <a:gdLst/>
              <a:ahLst/>
              <a:cxnLst/>
              <a:rect r="r" b="b" t="t" l="l"/>
              <a:pathLst>
                <a:path h="381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773650" y="71438"/>
            <a:ext cx="85725" cy="85725"/>
            <a:chOff x="0" y="0"/>
            <a:chExt cx="114300" cy="1143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cubicBezTo>
                    <a:pt x="114300" y="88773"/>
                    <a:pt x="88773" y="114300"/>
                    <a:pt x="57150" y="114300"/>
                  </a:cubicBezTo>
                  <a:cubicBezTo>
                    <a:pt x="25527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7429500" y="19050"/>
            <a:ext cx="42862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5"/>
              </a:lnSpc>
            </a:pPr>
            <a:r>
              <a:rPr lang="en-US" sz="1012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SYS_SECURE_INIT // 0X7F_SOLVIX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85875" y="8343900"/>
            <a:ext cx="15716250" cy="14288"/>
            <a:chOff x="0" y="0"/>
            <a:chExt cx="20955000" cy="19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955000" cy="19050"/>
            </a:xfrm>
            <a:custGeom>
              <a:avLst/>
              <a:gdLst/>
              <a:ahLst/>
              <a:cxnLst/>
              <a:rect r="r" b="b" t="t" l="l"/>
              <a:pathLst>
                <a:path h="19050" w="20955000">
                  <a:moveTo>
                    <a:pt x="0" y="0"/>
                  </a:moveTo>
                  <a:lnTo>
                    <a:pt x="20955000" y="0"/>
                  </a:lnTo>
                  <a:lnTo>
                    <a:pt x="20955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B4FE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714375" y="1884269"/>
            <a:ext cx="11646932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0"/>
              </a:lnSpc>
            </a:pPr>
            <a:r>
              <a:rPr lang="en-US" sz="6300" b="true">
                <a:solidFill>
                  <a:srgbClr val="0F0715"/>
                </a:solidFill>
                <a:latin typeface="Arimo Bold"/>
                <a:ea typeface="Arimo Bold"/>
                <a:cs typeface="Arimo Bold"/>
                <a:sym typeface="Arimo Bold"/>
              </a:rPr>
              <a:t> Technology &amp; Implementation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515340"/>
            <a:ext cx="4723913" cy="360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2384" b="true">
                <a:solidFill>
                  <a:srgbClr val="7C3AED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SOLVIX'26 // 24H HACKATHON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57996" y="3205271"/>
            <a:ext cx="7584501" cy="5335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Tech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stack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rontend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ackend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Databas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AI/ML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APIs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/ Cloud</a:t>
            </a:r>
          </a:p>
          <a:p>
            <a:pPr algn="l">
              <a:lnSpc>
                <a:spcPts val="6120"/>
              </a:lnSpc>
            </a:pPr>
          </a:p>
        </p:txBody>
      </p:sp>
      <p:grpSp>
        <p:nvGrpSpPr>
          <p:cNvPr name="Group 36" id="36"/>
          <p:cNvGrpSpPr/>
          <p:nvPr/>
        </p:nvGrpSpPr>
        <p:grpSpPr>
          <a:xfrm rot="0">
            <a:off x="12806729" y="2046704"/>
            <a:ext cx="4966921" cy="6743660"/>
            <a:chOff x="0" y="0"/>
            <a:chExt cx="1308160" cy="177610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08160" cy="1776108"/>
            </a:xfrm>
            <a:custGeom>
              <a:avLst/>
              <a:gdLst/>
              <a:ahLst/>
              <a:cxnLst/>
              <a:rect r="r" b="b" t="t" l="l"/>
              <a:pathLst>
                <a:path h="1776108" w="1308160">
                  <a:moveTo>
                    <a:pt x="0" y="0"/>
                  </a:moveTo>
                  <a:lnTo>
                    <a:pt x="1308160" y="0"/>
                  </a:lnTo>
                  <a:lnTo>
                    <a:pt x="1308160" y="1776108"/>
                  </a:lnTo>
                  <a:lnTo>
                    <a:pt x="0" y="1776108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F0715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308160" cy="1776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69"/>
                </a:lnSpc>
              </a:pPr>
              <a:r>
                <a:rPr lang="en-US" sz="2474">
                  <a:solidFill>
                    <a:srgbClr val="0F071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use this space for uploading /adding image 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28600"/>
            <a:chOff x="0" y="0"/>
            <a:chExt cx="24384000" cy="3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304800"/>
            </a:xfrm>
            <a:custGeom>
              <a:avLst/>
              <a:gdLst/>
              <a:ahLst/>
              <a:cxnLst/>
              <a:rect r="r" b="b" t="t" l="l"/>
              <a:pathLst>
                <a:path h="304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15550"/>
            <a:ext cx="18288000" cy="171450"/>
            <a:chOff x="0" y="0"/>
            <a:chExt cx="24384000" cy="228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5829A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228600"/>
            <a:ext cx="2571750" cy="42862"/>
            <a:chOff x="0" y="0"/>
            <a:chExt cx="3429000" cy="57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29000" cy="57150"/>
            </a:xfrm>
            <a:custGeom>
              <a:avLst/>
              <a:gdLst/>
              <a:ahLst/>
              <a:cxnLst/>
              <a:rect r="r" b="b" t="t" l="l"/>
              <a:pathLst>
                <a:path h="5715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716250" y="228600"/>
            <a:ext cx="2571750" cy="42862"/>
            <a:chOff x="0" y="0"/>
            <a:chExt cx="3429000" cy="57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29000" cy="57150"/>
            </a:xfrm>
            <a:custGeom>
              <a:avLst/>
              <a:gdLst/>
              <a:ahLst/>
              <a:cxnLst/>
              <a:rect r="r" b="b" t="t" l="l"/>
              <a:pathLst>
                <a:path h="5715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78619" y="378619"/>
            <a:ext cx="557212" cy="557212"/>
            <a:chOff x="0" y="0"/>
            <a:chExt cx="742950" cy="7429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42862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7352169" y="378619"/>
            <a:ext cx="557212" cy="557212"/>
            <a:chOff x="0" y="0"/>
            <a:chExt cx="742950" cy="7429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42862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400050" y="9901238"/>
            <a:ext cx="514350" cy="42862"/>
            <a:chOff x="0" y="0"/>
            <a:chExt cx="685800" cy="571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5800" cy="57150"/>
            </a:xfrm>
            <a:custGeom>
              <a:avLst/>
              <a:gdLst/>
              <a:ahLst/>
              <a:cxnLst/>
              <a:rect r="r" b="b" t="t" l="l"/>
              <a:pathLst>
                <a:path h="5715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00050" y="9429750"/>
            <a:ext cx="42862" cy="514350"/>
            <a:chOff x="0" y="0"/>
            <a:chExt cx="57150" cy="685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150" cy="685800"/>
            </a:xfrm>
            <a:custGeom>
              <a:avLst/>
              <a:gdLst/>
              <a:ahLst/>
              <a:cxnLst/>
              <a:rect r="r" b="b" t="t" l="l"/>
              <a:pathLst>
                <a:path h="685800" w="57150">
                  <a:moveTo>
                    <a:pt x="0" y="0"/>
                  </a:moveTo>
                  <a:lnTo>
                    <a:pt x="57150" y="0"/>
                  </a:lnTo>
                  <a:lnTo>
                    <a:pt x="5715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7373600" y="9901238"/>
            <a:ext cx="514350" cy="42862"/>
            <a:chOff x="0" y="0"/>
            <a:chExt cx="685800" cy="57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5800" cy="57150"/>
            </a:xfrm>
            <a:custGeom>
              <a:avLst/>
              <a:gdLst/>
              <a:ahLst/>
              <a:cxnLst/>
              <a:rect r="r" b="b" t="t" l="l"/>
              <a:pathLst>
                <a:path h="5715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28625" y="71438"/>
            <a:ext cx="85725" cy="85725"/>
            <a:chOff x="0" y="0"/>
            <a:chExt cx="114300" cy="1143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cubicBezTo>
                    <a:pt x="114300" y="88773"/>
                    <a:pt x="88773" y="114300"/>
                    <a:pt x="57150" y="114300"/>
                  </a:cubicBezTo>
                  <a:cubicBezTo>
                    <a:pt x="25527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00075" y="100012"/>
            <a:ext cx="228600" cy="28575"/>
            <a:chOff x="0" y="0"/>
            <a:chExt cx="304800" cy="381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04800" cy="38100"/>
            </a:xfrm>
            <a:custGeom>
              <a:avLst/>
              <a:gdLst/>
              <a:ahLst/>
              <a:cxnLst/>
              <a:rect r="r" b="b" t="t" l="l"/>
              <a:pathLst>
                <a:path h="381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7459325" y="100012"/>
            <a:ext cx="228600" cy="28575"/>
            <a:chOff x="0" y="0"/>
            <a:chExt cx="304800" cy="38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4800" cy="38100"/>
            </a:xfrm>
            <a:custGeom>
              <a:avLst/>
              <a:gdLst/>
              <a:ahLst/>
              <a:cxnLst/>
              <a:rect r="r" b="b" t="t" l="l"/>
              <a:pathLst>
                <a:path h="381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7773650" y="71438"/>
            <a:ext cx="85725" cy="85725"/>
            <a:chOff x="0" y="0"/>
            <a:chExt cx="114300" cy="1143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cubicBezTo>
                    <a:pt x="114300" y="88773"/>
                    <a:pt x="88773" y="114300"/>
                    <a:pt x="57150" y="114300"/>
                  </a:cubicBezTo>
                  <a:cubicBezTo>
                    <a:pt x="25527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7429500" y="19050"/>
            <a:ext cx="42862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5"/>
              </a:lnSpc>
            </a:pPr>
            <a:r>
              <a:rPr lang="en-US" sz="1012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SYS_SECURE_INIT // 0X7F_SOLVIX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85875" y="8343900"/>
            <a:ext cx="15716250" cy="14288"/>
            <a:chOff x="0" y="0"/>
            <a:chExt cx="20955000" cy="190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955000" cy="19050"/>
            </a:xfrm>
            <a:custGeom>
              <a:avLst/>
              <a:gdLst/>
              <a:ahLst/>
              <a:cxnLst/>
              <a:rect r="r" b="b" t="t" l="l"/>
              <a:pathLst>
                <a:path h="19050" w="20955000">
                  <a:moveTo>
                    <a:pt x="0" y="0"/>
                  </a:moveTo>
                  <a:lnTo>
                    <a:pt x="20955000" y="0"/>
                  </a:lnTo>
                  <a:lnTo>
                    <a:pt x="20955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B4FE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514350" y="1499493"/>
            <a:ext cx="12003524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0"/>
              </a:lnSpc>
            </a:pPr>
            <a:r>
              <a:rPr lang="en-US" sz="6300" b="true">
                <a:solidFill>
                  <a:srgbClr val="0F0715"/>
                </a:solidFill>
                <a:latin typeface="Arimo Bold"/>
                <a:ea typeface="Arimo Bold"/>
                <a:cs typeface="Arimo Bold"/>
                <a:sym typeface="Arimo Bold"/>
              </a:rPr>
              <a:t>Impact, Innovation &amp; Feasibility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8700" y="515340"/>
            <a:ext cx="4723913" cy="360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2384" b="true">
                <a:solidFill>
                  <a:srgbClr val="7C3AED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SOLVIX'26 // 24H HACKATHON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00075" y="2474853"/>
            <a:ext cx="7584501" cy="6106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makes the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solution different?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Expe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cted impact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arget users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Scalability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Real-world applications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Bu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siness</a:t>
            </a: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/social value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Future improvements</a:t>
            </a:r>
          </a:p>
          <a:p>
            <a:pPr algn="l">
              <a:lnSpc>
                <a:spcPts val="6120"/>
              </a:lnSpc>
            </a:pPr>
          </a:p>
        </p:txBody>
      </p:sp>
      <p:grpSp>
        <p:nvGrpSpPr>
          <p:cNvPr name="Group 34" id="34"/>
          <p:cNvGrpSpPr/>
          <p:nvPr/>
        </p:nvGrpSpPr>
        <p:grpSpPr>
          <a:xfrm rot="0">
            <a:off x="12892454" y="2046704"/>
            <a:ext cx="4966921" cy="6743660"/>
            <a:chOff x="0" y="0"/>
            <a:chExt cx="1308160" cy="177610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08160" cy="1776108"/>
            </a:xfrm>
            <a:custGeom>
              <a:avLst/>
              <a:gdLst/>
              <a:ahLst/>
              <a:cxnLst/>
              <a:rect r="r" b="b" t="t" l="l"/>
              <a:pathLst>
                <a:path h="1776108" w="1308160">
                  <a:moveTo>
                    <a:pt x="0" y="0"/>
                  </a:moveTo>
                  <a:lnTo>
                    <a:pt x="1308160" y="0"/>
                  </a:lnTo>
                  <a:lnTo>
                    <a:pt x="1308160" y="1776108"/>
                  </a:lnTo>
                  <a:lnTo>
                    <a:pt x="0" y="1776108"/>
                  </a:ln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F0715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1308160" cy="1776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69"/>
                </a:lnSpc>
              </a:pPr>
              <a:r>
                <a:rPr lang="en-US" sz="2474">
                  <a:solidFill>
                    <a:srgbClr val="0F0715"/>
                  </a:solidFill>
                  <a:latin typeface="JetBrains Mono"/>
                  <a:ea typeface="JetBrains Mono"/>
                  <a:cs typeface="JetBrains Mono"/>
                  <a:sym typeface="JetBrains Mono"/>
                </a:rPr>
                <a:t>use this space for uploading /adding image 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228600"/>
            <a:chOff x="0" y="0"/>
            <a:chExt cx="24384000" cy="3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304800"/>
            </a:xfrm>
            <a:custGeom>
              <a:avLst/>
              <a:gdLst/>
              <a:ahLst/>
              <a:cxnLst/>
              <a:rect r="r" b="b" t="t" l="l"/>
              <a:pathLst>
                <a:path h="3048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048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15550"/>
            <a:ext cx="18288000" cy="171450"/>
            <a:chOff x="0" y="0"/>
            <a:chExt cx="24384000" cy="228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228600"/>
            </a:xfrm>
            <a:custGeom>
              <a:avLst/>
              <a:gdLst/>
              <a:ahLst/>
              <a:cxnLst/>
              <a:rect r="r" b="b" t="t" l="l"/>
              <a:pathLst>
                <a:path h="228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286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5829A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228600"/>
            <a:ext cx="2571750" cy="42862"/>
            <a:chOff x="0" y="0"/>
            <a:chExt cx="3429000" cy="57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29000" cy="57150"/>
            </a:xfrm>
            <a:custGeom>
              <a:avLst/>
              <a:gdLst/>
              <a:ahLst/>
              <a:cxnLst/>
              <a:rect r="r" b="b" t="t" l="l"/>
              <a:pathLst>
                <a:path h="5715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716250" y="228600"/>
            <a:ext cx="2571750" cy="42862"/>
            <a:chOff x="0" y="0"/>
            <a:chExt cx="3429000" cy="57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429000" cy="57150"/>
            </a:xfrm>
            <a:custGeom>
              <a:avLst/>
              <a:gdLst/>
              <a:ahLst/>
              <a:cxnLst/>
              <a:rect r="r" b="b" t="t" l="l"/>
              <a:pathLst>
                <a:path h="5715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78619" y="378619"/>
            <a:ext cx="557212" cy="557212"/>
            <a:chOff x="0" y="0"/>
            <a:chExt cx="742950" cy="7429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42862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7352169" y="378619"/>
            <a:ext cx="557212" cy="557212"/>
            <a:chOff x="0" y="0"/>
            <a:chExt cx="742950" cy="7429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42950" cy="742950"/>
            </a:xfrm>
            <a:custGeom>
              <a:avLst/>
              <a:gdLst/>
              <a:ahLst/>
              <a:cxnLst/>
              <a:rect r="r" b="b" t="t" l="l"/>
              <a:pathLst>
                <a:path h="742950" w="742950">
                  <a:moveTo>
                    <a:pt x="0" y="0"/>
                  </a:moveTo>
                  <a:lnTo>
                    <a:pt x="742950" y="0"/>
                  </a:lnTo>
                  <a:lnTo>
                    <a:pt x="742950" y="742950"/>
                  </a:lnTo>
                  <a:lnTo>
                    <a:pt x="0" y="7429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  <a:ln w="42862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400050" y="9901238"/>
            <a:ext cx="514350" cy="42862"/>
            <a:chOff x="0" y="0"/>
            <a:chExt cx="685800" cy="571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5800" cy="57150"/>
            </a:xfrm>
            <a:custGeom>
              <a:avLst/>
              <a:gdLst/>
              <a:ahLst/>
              <a:cxnLst/>
              <a:rect r="r" b="b" t="t" l="l"/>
              <a:pathLst>
                <a:path h="5715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00050" y="9429750"/>
            <a:ext cx="42862" cy="514350"/>
            <a:chOff x="0" y="0"/>
            <a:chExt cx="57150" cy="685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150" cy="685800"/>
            </a:xfrm>
            <a:custGeom>
              <a:avLst/>
              <a:gdLst/>
              <a:ahLst/>
              <a:cxnLst/>
              <a:rect r="r" b="b" t="t" l="l"/>
              <a:pathLst>
                <a:path h="685800" w="57150">
                  <a:moveTo>
                    <a:pt x="0" y="0"/>
                  </a:moveTo>
                  <a:lnTo>
                    <a:pt x="57150" y="0"/>
                  </a:lnTo>
                  <a:lnTo>
                    <a:pt x="5715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7373600" y="9901238"/>
            <a:ext cx="514350" cy="42862"/>
            <a:chOff x="0" y="0"/>
            <a:chExt cx="685800" cy="571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5800" cy="57150"/>
            </a:xfrm>
            <a:custGeom>
              <a:avLst/>
              <a:gdLst/>
              <a:ahLst/>
              <a:cxnLst/>
              <a:rect r="r" b="b" t="t" l="l"/>
              <a:pathLst>
                <a:path h="5715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7845088" y="9429750"/>
            <a:ext cx="42862" cy="514350"/>
            <a:chOff x="0" y="0"/>
            <a:chExt cx="57150" cy="685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150" cy="685800"/>
            </a:xfrm>
            <a:custGeom>
              <a:avLst/>
              <a:gdLst/>
              <a:ahLst/>
              <a:cxnLst/>
              <a:rect r="r" b="b" t="t" l="l"/>
              <a:pathLst>
                <a:path h="685800" w="57150">
                  <a:moveTo>
                    <a:pt x="0" y="0"/>
                  </a:moveTo>
                  <a:lnTo>
                    <a:pt x="57150" y="0"/>
                  </a:lnTo>
                  <a:lnTo>
                    <a:pt x="57150" y="685800"/>
                  </a:lnTo>
                  <a:lnTo>
                    <a:pt x="0" y="685800"/>
                  </a:lnTo>
                  <a:close/>
                </a:path>
              </a:pathLst>
            </a:custGeom>
            <a:solidFill>
              <a:srgbClr val="0F0715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28625" y="71438"/>
            <a:ext cx="85725" cy="85725"/>
            <a:chOff x="0" y="0"/>
            <a:chExt cx="114300" cy="1143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cubicBezTo>
                    <a:pt x="114300" y="88773"/>
                    <a:pt x="88773" y="114300"/>
                    <a:pt x="57150" y="114300"/>
                  </a:cubicBezTo>
                  <a:cubicBezTo>
                    <a:pt x="25527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00075" y="100012"/>
            <a:ext cx="228600" cy="28575"/>
            <a:chOff x="0" y="0"/>
            <a:chExt cx="304800" cy="381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4800" cy="38100"/>
            </a:xfrm>
            <a:custGeom>
              <a:avLst/>
              <a:gdLst/>
              <a:ahLst/>
              <a:cxnLst/>
              <a:rect r="r" b="b" t="t" l="l"/>
              <a:pathLst>
                <a:path h="381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084F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7459325" y="100012"/>
            <a:ext cx="228600" cy="28575"/>
            <a:chOff x="0" y="0"/>
            <a:chExt cx="304800" cy="38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4800" cy="38100"/>
            </a:xfrm>
            <a:custGeom>
              <a:avLst/>
              <a:gdLst/>
              <a:ahLst/>
              <a:cxnLst/>
              <a:rect r="r" b="b" t="t" l="l"/>
              <a:pathLst>
                <a:path h="381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773650" y="71438"/>
            <a:ext cx="85725" cy="85725"/>
            <a:chOff x="0" y="0"/>
            <a:chExt cx="114300" cy="1143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57150"/>
                  </a:moveTo>
                  <a:cubicBezTo>
                    <a:pt x="0" y="25527"/>
                    <a:pt x="25527" y="0"/>
                    <a:pt x="57150" y="0"/>
                  </a:cubicBezTo>
                  <a:cubicBezTo>
                    <a:pt x="88773" y="0"/>
                    <a:pt x="114300" y="25527"/>
                    <a:pt x="114300" y="57150"/>
                  </a:cubicBezTo>
                  <a:cubicBezTo>
                    <a:pt x="114300" y="88773"/>
                    <a:pt x="88773" y="114300"/>
                    <a:pt x="57150" y="114300"/>
                  </a:cubicBezTo>
                  <a:cubicBezTo>
                    <a:pt x="25527" y="114300"/>
                    <a:pt x="0" y="88773"/>
                    <a:pt x="0" y="57150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7429500" y="19050"/>
            <a:ext cx="42862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5"/>
              </a:lnSpc>
            </a:pPr>
            <a:r>
              <a:rPr lang="en-US" sz="1012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SYS_SECURE_INIT // 0X7F_SOLVIX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285875" y="8343900"/>
            <a:ext cx="15716250" cy="14288"/>
            <a:chOff x="0" y="0"/>
            <a:chExt cx="20955000" cy="1905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0955000" cy="19050"/>
            </a:xfrm>
            <a:custGeom>
              <a:avLst/>
              <a:gdLst/>
              <a:ahLst/>
              <a:cxnLst/>
              <a:rect r="r" b="b" t="t" l="l"/>
              <a:pathLst>
                <a:path h="19050" w="20955000">
                  <a:moveTo>
                    <a:pt x="0" y="0"/>
                  </a:moveTo>
                  <a:lnTo>
                    <a:pt x="20955000" y="0"/>
                  </a:lnTo>
                  <a:lnTo>
                    <a:pt x="20955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B4FE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714375" y="1884269"/>
            <a:ext cx="10359510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0"/>
              </a:lnSpc>
            </a:pPr>
            <a:r>
              <a:rPr lang="en-US" sz="6300" b="true">
                <a:solidFill>
                  <a:srgbClr val="0F0715"/>
                </a:solidFill>
                <a:latin typeface="Arimo Bold"/>
                <a:ea typeface="Arimo Bold"/>
                <a:cs typeface="Arimo Bold"/>
                <a:sym typeface="Arimo Bold"/>
              </a:rPr>
              <a:t>Reference / Demo / Closing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515340"/>
            <a:ext cx="4723913" cy="360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2384" b="true">
                <a:solidFill>
                  <a:srgbClr val="7C3AED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SOLVIX'26 // 24H HACKATHON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28675" y="3387232"/>
            <a:ext cx="7584501" cy="379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Referenced page for the idea implementation 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Through which  tool did you deploy </a:t>
            </a:r>
          </a:p>
          <a:p>
            <a:pPr algn="l" marL="684630" indent="-342315" lvl="1">
              <a:lnSpc>
                <a:spcPts val="6120"/>
              </a:lnSpc>
              <a:buFont typeface="Arial"/>
              <a:buChar char="•"/>
            </a:pPr>
            <a:r>
              <a:rPr lang="en-US" b="true" sz="317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Link of the sites taken for the reference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DAHWFDJf1jY</dc:identifier>
  <dcterms:modified xsi:type="dcterms:W3CDTF">2011-08-01T06:04:30Z</dcterms:modified>
  <cp:revision>1</cp:revision>
  <dc:title>Solvix'26  template</dc:title>
</cp:coreProperties>
</file>