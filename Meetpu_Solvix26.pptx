
<file path=[Content_Types].xml><?xml version="1.0" encoding="utf-8"?>
<Types xmlns="http://schemas.openxmlformats.org/package/2006/content-types">
  <Default ContentType="image/png" Extension="png"/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JetBrains Mono" charset="1" panose="02010509020102050004"/>
      <p:regular r:id="rId12"/>
    </p:embeddedFont>
    <p:embeddedFont>
      <p:font typeface="Arimo Bold" charset="1" panose="020B0704020202020204"/>
      <p:regular r:id="rId13"/>
    </p:embeddedFont>
    <p:embeddedFont>
      <p:font typeface="JetBrains Mono Bold" charset="1" panose="02010809030102050004"/>
      <p:regular r:id="rId14"/>
    </p:embeddedFont>
    <p:embeddedFont>
      <p:font typeface="Canva Sans Bold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Meetpu2" Target="../media/meetpu_s2.pn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Meetpu3" Target="../media/meetpu_s3.pn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Meetpu4" Target="../media/meetpu_s4.pn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Meetpu5" Target="../media/meetpu_s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8600"/>
            <a:chOff x="0" y="0"/>
            <a:chExt cx="243840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15550"/>
            <a:ext cx="18288000" cy="171450"/>
            <a:chOff x="0" y="0"/>
            <a:chExt cx="24384000" cy="22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829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28600"/>
            <a:ext cx="2571750" cy="42862"/>
            <a:chOff x="0" y="0"/>
            <a:chExt cx="3429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6250" y="228600"/>
            <a:ext cx="2571750" cy="42862"/>
            <a:chOff x="0" y="0"/>
            <a:chExt cx="3429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8619" y="378619"/>
            <a:ext cx="557212" cy="557212"/>
            <a:chOff x="0" y="0"/>
            <a:chExt cx="742950" cy="742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52169" y="378619"/>
            <a:ext cx="557212" cy="557212"/>
            <a:chOff x="0" y="0"/>
            <a:chExt cx="742950" cy="742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00050" y="9901238"/>
            <a:ext cx="514350" cy="42862"/>
            <a:chOff x="0" y="0"/>
            <a:chExt cx="6858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0050" y="9429750"/>
            <a:ext cx="42862" cy="514350"/>
            <a:chOff x="0" y="0"/>
            <a:chExt cx="5715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73600" y="9901238"/>
            <a:ext cx="514350" cy="42862"/>
            <a:chOff x="0" y="0"/>
            <a:chExt cx="6858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845088" y="9429750"/>
            <a:ext cx="42862" cy="514350"/>
            <a:chOff x="0" y="0"/>
            <a:chExt cx="57150" cy="68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8625" y="71438"/>
            <a:ext cx="85725" cy="85725"/>
            <a:chOff x="0" y="0"/>
            <a:chExt cx="114300" cy="114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00075" y="100012"/>
            <a:ext cx="228600" cy="28575"/>
            <a:chOff x="0" y="0"/>
            <a:chExt cx="3048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459325" y="100012"/>
            <a:ext cx="228600" cy="28575"/>
            <a:chOff x="0" y="0"/>
            <a:chExt cx="30480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773650" y="71438"/>
            <a:ext cx="85725" cy="85725"/>
            <a:chOff x="0" y="0"/>
            <a:chExt cx="114300" cy="114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429500" y="19050"/>
            <a:ext cx="4286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SYS_SECURE_INIT // 0X7F_SOLVIX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85875" y="8343900"/>
            <a:ext cx="15716250" cy="14288"/>
            <a:chOff x="0" y="0"/>
            <a:chExt cx="209550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916025" y="8722519"/>
            <a:ext cx="3086100" cy="542925"/>
            <a:chOff x="0" y="0"/>
            <a:chExt cx="4114800" cy="723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14800" cy="723900"/>
            </a:xfrm>
            <a:custGeom>
              <a:avLst/>
              <a:gdLst/>
              <a:ahLst/>
              <a:cxnLst/>
              <a:rect r="r" b="b" t="t" l="l"/>
              <a:pathLst>
                <a:path h="723900" w="411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962400" y="0"/>
                  </a:lnTo>
                  <a:cubicBezTo>
                    <a:pt x="4046601" y="0"/>
                    <a:pt x="4114800" y="68199"/>
                    <a:pt x="4114800" y="152400"/>
                  </a:cubicBezTo>
                  <a:lnTo>
                    <a:pt x="4114800" y="571500"/>
                  </a:lnTo>
                  <a:cubicBezTo>
                    <a:pt x="4114800" y="655701"/>
                    <a:pt x="4046601" y="723900"/>
                    <a:pt x="3962400" y="723900"/>
                  </a:cubicBezTo>
                  <a:lnTo>
                    <a:pt x="152400" y="723900"/>
                  </a:lnTo>
                  <a:cubicBezTo>
                    <a:pt x="68199" y="723900"/>
                    <a:pt x="0" y="655701"/>
                    <a:pt x="0" y="571500"/>
                  </a:cubicBezTo>
                  <a:close/>
                </a:path>
              </a:pathLst>
            </a:custGeom>
            <a:solidFill>
              <a:srgbClr val="0F0715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14375" y="1884269"/>
            <a:ext cx="6133624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0F0715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130338" y="8865394"/>
            <a:ext cx="26574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TRACK: 01 // CORE_TECH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515340"/>
            <a:ext cx="4723913" cy="36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true">
                <a:solidFill>
                  <a:srgbClr val="7C3AE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SOLVIX'26 // 24H HACKATHON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6691" y="2887170"/>
            <a:ext cx="12252960" cy="610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3171" b="true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name :</a:t>
            </a:r>
            <a:r>
              <a:rPr lang="en-US" sz="31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&lt;Team name&gt;</a:t>
            </a:r>
          </a:p>
          <a:p>
            <a:pPr algn="l">
              <a:lnSpc>
                <a:spcPts val="6120"/>
              </a:lnSpc>
            </a:pPr>
            <a:r>
              <a:rPr lang="en-US" sz="3171" b="true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 + roles:</a:t>
            </a:r>
          </a:p>
          <a:p>
            <a:pPr algn="l">
              <a:lnSpc>
                <a:spcPts val="6120"/>
              </a:lnSpc>
            </a:pPr>
            <a:r>
              <a:rPr lang="en-US" sz="3171" b="true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Member 1 &amp; role:</a:t>
            </a:r>
            <a:r>
              <a:rPr lang="en-US" sz="31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&lt;Name&gt; – Backend &amp; PostGIS</a:t>
            </a:r>
          </a:p>
          <a:p>
            <a:pPr algn="l">
              <a:lnSpc>
                <a:spcPts val="6120"/>
              </a:lnSpc>
            </a:pPr>
            <a:r>
              <a:rPr lang="en-US" sz="3171" b="true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Member 2 &amp; role:</a:t>
            </a:r>
            <a:r>
              <a:rPr lang="en-US" sz="31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&lt;Name&gt; – Flutter mobile app</a:t>
            </a:r>
          </a:p>
          <a:p>
            <a:pPr algn="l">
              <a:lnSpc>
                <a:spcPts val="6120"/>
              </a:lnSpc>
            </a:pPr>
            <a:r>
              <a:rPr lang="en-US" sz="3171" b="true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Member 3 &amp; role:</a:t>
            </a:r>
            <a:r>
              <a:rPr lang="en-US" sz="31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&lt;Name&gt; – Web portal &amp; pitch</a:t>
            </a:r>
          </a:p>
          <a:p>
            <a:pPr algn="l">
              <a:lnSpc>
                <a:spcPts val="6120"/>
              </a:lnSpc>
            </a:pPr>
            <a:r>
              <a:rPr lang="en-US" sz="3171" b="true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College/organization :</a:t>
            </a:r>
            <a:r>
              <a:rPr lang="en-US" sz="31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&lt;College name&gt;</a:t>
            </a:r>
          </a:p>
          <a:p>
            <a:pPr algn="l">
              <a:lnSpc>
                <a:spcPts val="6120"/>
              </a:lnSpc>
            </a:pPr>
            <a:r>
              <a:rPr lang="en-US" sz="3171" b="true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 :</a:t>
            </a:r>
            <a:r>
              <a:rPr lang="en-US" sz="31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HAC-6 Disaster Damage Assessment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8600"/>
            <a:chOff x="0" y="0"/>
            <a:chExt cx="243840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15550"/>
            <a:ext cx="18288000" cy="171450"/>
            <a:chOff x="0" y="0"/>
            <a:chExt cx="24384000" cy="22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829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28600"/>
            <a:ext cx="2571750" cy="42862"/>
            <a:chOff x="0" y="0"/>
            <a:chExt cx="3429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6250" y="228600"/>
            <a:ext cx="2571750" cy="42862"/>
            <a:chOff x="0" y="0"/>
            <a:chExt cx="3429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8619" y="378619"/>
            <a:ext cx="557212" cy="557212"/>
            <a:chOff x="0" y="0"/>
            <a:chExt cx="742950" cy="742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52169" y="378619"/>
            <a:ext cx="557212" cy="557212"/>
            <a:chOff x="0" y="0"/>
            <a:chExt cx="742950" cy="742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00050" y="9901238"/>
            <a:ext cx="514350" cy="42862"/>
            <a:chOff x="0" y="0"/>
            <a:chExt cx="6858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0050" y="9429750"/>
            <a:ext cx="42862" cy="514350"/>
            <a:chOff x="0" y="0"/>
            <a:chExt cx="5715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73600" y="9901238"/>
            <a:ext cx="514350" cy="42862"/>
            <a:chOff x="0" y="0"/>
            <a:chExt cx="6858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845088" y="9429750"/>
            <a:ext cx="42862" cy="514350"/>
            <a:chOff x="0" y="0"/>
            <a:chExt cx="57150" cy="68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8625" y="71438"/>
            <a:ext cx="85725" cy="85725"/>
            <a:chOff x="0" y="0"/>
            <a:chExt cx="114300" cy="114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00075" y="100012"/>
            <a:ext cx="228600" cy="28575"/>
            <a:chOff x="0" y="0"/>
            <a:chExt cx="3048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459325" y="100012"/>
            <a:ext cx="228600" cy="28575"/>
            <a:chOff x="0" y="0"/>
            <a:chExt cx="30480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773650" y="71438"/>
            <a:ext cx="85725" cy="85725"/>
            <a:chOff x="0" y="0"/>
            <a:chExt cx="114300" cy="114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429500" y="19050"/>
            <a:ext cx="4286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SYS_SECURE_INIT // 0X7F_SOLVIX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85875" y="8343900"/>
            <a:ext cx="15716250" cy="14288"/>
            <a:chOff x="0" y="0"/>
            <a:chExt cx="209550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916025" y="8722519"/>
            <a:ext cx="3086100" cy="542925"/>
            <a:chOff x="0" y="0"/>
            <a:chExt cx="4114800" cy="723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14800" cy="723900"/>
            </a:xfrm>
            <a:custGeom>
              <a:avLst/>
              <a:gdLst/>
              <a:ahLst/>
              <a:cxnLst/>
              <a:rect r="r" b="b" t="t" l="l"/>
              <a:pathLst>
                <a:path h="723900" w="411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962400" y="0"/>
                  </a:lnTo>
                  <a:cubicBezTo>
                    <a:pt x="4046601" y="0"/>
                    <a:pt x="4114800" y="68199"/>
                    <a:pt x="4114800" y="152400"/>
                  </a:cubicBezTo>
                  <a:lnTo>
                    <a:pt x="4114800" y="571500"/>
                  </a:lnTo>
                  <a:cubicBezTo>
                    <a:pt x="4114800" y="655701"/>
                    <a:pt x="4046601" y="723900"/>
                    <a:pt x="3962400" y="723900"/>
                  </a:cubicBezTo>
                  <a:lnTo>
                    <a:pt x="152400" y="723900"/>
                  </a:lnTo>
                  <a:cubicBezTo>
                    <a:pt x="68199" y="723900"/>
                    <a:pt x="0" y="655701"/>
                    <a:pt x="0" y="571500"/>
                  </a:cubicBezTo>
                  <a:close/>
                </a:path>
              </a:pathLst>
            </a:custGeom>
            <a:solidFill>
              <a:srgbClr val="0F0715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14375" y="1884269"/>
            <a:ext cx="7291626" cy="267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0F0715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  <a:p>
            <a:pPr algn="l">
              <a:lnSpc>
                <a:spcPts val="6930"/>
              </a:lnSpc>
            </a:pPr>
          </a:p>
          <a:p>
            <a:pPr algn="l">
              <a:lnSpc>
                <a:spcPts val="693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4130338" y="8865394"/>
            <a:ext cx="26574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TRACK: 01 // CORE_TECH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515340"/>
            <a:ext cx="4723913" cy="36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true">
                <a:solidFill>
                  <a:srgbClr val="7C3AE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SOLVIX'26 // 24H HACKATHON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6691" y="2887170"/>
            <a:ext cx="7685127" cy="456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proof of damage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Who: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flood-hit families, VAOs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relief needs verified proof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Gap: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maps show water only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Michaung 2023: Rs 37,907 cr claimed, Rs 276 cr approved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035204" y="1600240"/>
            <a:ext cx="4966921" cy="6743660"/>
            <a:chOff x="0" y="0"/>
            <a:chExt cx="1308160" cy="17761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08160" cy="1776108"/>
            </a:xfrm>
            <a:custGeom>
              <a:avLst/>
              <a:gdLst/>
              <a:ahLst/>
              <a:cxnLst/>
              <a:rect r="r" b="b" t="t" l="l"/>
              <a:pathLst>
                <a:path h="1776108" w="1308160">
                  <a:moveTo>
                    <a:pt x="0" y="0"/>
                  </a:moveTo>
                  <a:lnTo>
                    <a:pt x="1308160" y="0"/>
                  </a:lnTo>
                  <a:lnTo>
                    <a:pt x="1308160" y="1776108"/>
                  </a:lnTo>
                  <a:lnTo>
                    <a:pt x="0" y="1776108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F0715"/>
              </a:solidFill>
              <a:prstDash val="solid"/>
              <a:miter/>
            </a:ln>
          </p:spPr>
        </p:sp>
      </p:grpSp>
      <p:pic>
        <p:nvPicPr>
          <p:cNvPr id="41" name="Meetpu visual" descr="img_problem.png"/>
          <p:cNvPicPr>
            <a:picLocks noChangeAspect="1"/>
          </p:cNvPicPr>
          <p:nvPr/>
        </p:nvPicPr>
        <p:blipFill>
          <a:blip r:embed="rIdMeetpu2"/>
          <a:stretch>
            <a:fillRect/>
          </a:stretch>
        </p:blipFill>
        <p:spPr>
          <a:xfrm>
            <a:off x="12144932" y="2374228"/>
            <a:ext cx="4747465" cy="51956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8600"/>
            <a:chOff x="0" y="0"/>
            <a:chExt cx="243840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15550"/>
            <a:ext cx="18288000" cy="171450"/>
            <a:chOff x="0" y="0"/>
            <a:chExt cx="24384000" cy="22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829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28600"/>
            <a:ext cx="2571750" cy="42862"/>
            <a:chOff x="0" y="0"/>
            <a:chExt cx="3429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6250" y="228600"/>
            <a:ext cx="2571750" cy="42862"/>
            <a:chOff x="0" y="0"/>
            <a:chExt cx="3429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8619" y="378619"/>
            <a:ext cx="557212" cy="557212"/>
            <a:chOff x="0" y="0"/>
            <a:chExt cx="742950" cy="742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52169" y="378619"/>
            <a:ext cx="557212" cy="557212"/>
            <a:chOff x="0" y="0"/>
            <a:chExt cx="742950" cy="742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00050" y="9901238"/>
            <a:ext cx="514350" cy="42862"/>
            <a:chOff x="0" y="0"/>
            <a:chExt cx="6858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0050" y="9429750"/>
            <a:ext cx="42862" cy="514350"/>
            <a:chOff x="0" y="0"/>
            <a:chExt cx="5715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73600" y="9901238"/>
            <a:ext cx="514350" cy="42862"/>
            <a:chOff x="0" y="0"/>
            <a:chExt cx="6858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845088" y="9429750"/>
            <a:ext cx="42862" cy="514350"/>
            <a:chOff x="0" y="0"/>
            <a:chExt cx="57150" cy="68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8625" y="71438"/>
            <a:ext cx="85725" cy="85725"/>
            <a:chOff x="0" y="0"/>
            <a:chExt cx="114300" cy="114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00075" y="100012"/>
            <a:ext cx="228600" cy="28575"/>
            <a:chOff x="0" y="0"/>
            <a:chExt cx="3048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459325" y="100012"/>
            <a:ext cx="228600" cy="28575"/>
            <a:chOff x="0" y="0"/>
            <a:chExt cx="30480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773650" y="71438"/>
            <a:ext cx="85725" cy="85725"/>
            <a:chOff x="0" y="0"/>
            <a:chExt cx="114300" cy="114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429500" y="19050"/>
            <a:ext cx="4286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SYS_SECURE_INIT // 0X7F_SOLVIX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85875" y="8343900"/>
            <a:ext cx="15716250" cy="14288"/>
            <a:chOff x="0" y="0"/>
            <a:chExt cx="209550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514350" y="1288256"/>
            <a:ext cx="7111841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0F0715"/>
                </a:solidFill>
                <a:latin typeface="Arimo Bold"/>
                <a:ea typeface="Arimo Bold"/>
                <a:cs typeface="Arimo Bold"/>
                <a:sym typeface="Arimo Bold"/>
              </a:rPr>
              <a:t>Proposed Solution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515340"/>
            <a:ext cx="4723913" cy="36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true">
                <a:solidFill>
                  <a:srgbClr val="7C3AE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SOLVIX'26 // 24H HACKATHON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4080" y="1977866"/>
            <a:ext cx="8879920" cy="456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Meetpu: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record, photo to payment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Fix: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links flood map, proof, relief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offline Tamil app, auto checks, VAO queue, stuck-case map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4080" y="4951713"/>
            <a:ext cx="10342485" cy="533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Flow: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citizen → VAO → collector → paid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I/P/O: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photo + GPS → checks → status, CSV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Stack: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Flutter, FastAPI, PostGIS, React →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rules score risk; a human decides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035204" y="1600240"/>
            <a:ext cx="4966921" cy="6743660"/>
            <a:chOff x="0" y="0"/>
            <a:chExt cx="1308160" cy="17761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08160" cy="1776108"/>
            </a:xfrm>
            <a:custGeom>
              <a:avLst/>
              <a:gdLst/>
              <a:ahLst/>
              <a:cxnLst/>
              <a:rect r="r" b="b" t="t" l="l"/>
              <a:pathLst>
                <a:path h="1776108" w="1308160">
                  <a:moveTo>
                    <a:pt x="0" y="0"/>
                  </a:moveTo>
                  <a:lnTo>
                    <a:pt x="1308160" y="0"/>
                  </a:lnTo>
                  <a:lnTo>
                    <a:pt x="1308160" y="1776108"/>
                  </a:lnTo>
                  <a:lnTo>
                    <a:pt x="0" y="1776108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F0715"/>
              </a:solidFill>
              <a:prstDash val="solid"/>
              <a:miter/>
            </a:ln>
          </p:spPr>
        </p:sp>
      </p:grpSp>
      <p:pic>
        <p:nvPicPr>
          <p:cNvPr id="39" name="Meetpu visual" descr="img_arch.png"/>
          <p:cNvPicPr>
            <a:picLocks noChangeAspect="1"/>
          </p:cNvPicPr>
          <p:nvPr/>
        </p:nvPicPr>
        <p:blipFill>
          <a:blip r:embed="rIdMeetpu3"/>
          <a:stretch>
            <a:fillRect/>
          </a:stretch>
        </p:blipFill>
        <p:spPr>
          <a:xfrm>
            <a:off x="12144932" y="2031203"/>
            <a:ext cx="4747465" cy="58817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8600"/>
            <a:chOff x="0" y="0"/>
            <a:chExt cx="243840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15550"/>
            <a:ext cx="18288000" cy="171450"/>
            <a:chOff x="0" y="0"/>
            <a:chExt cx="24384000" cy="22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829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28600"/>
            <a:ext cx="2571750" cy="42862"/>
            <a:chOff x="0" y="0"/>
            <a:chExt cx="3429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6250" y="228600"/>
            <a:ext cx="2571750" cy="42862"/>
            <a:chOff x="0" y="0"/>
            <a:chExt cx="3429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8619" y="378619"/>
            <a:ext cx="557212" cy="557212"/>
            <a:chOff x="0" y="0"/>
            <a:chExt cx="742950" cy="742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52169" y="378619"/>
            <a:ext cx="557212" cy="557212"/>
            <a:chOff x="0" y="0"/>
            <a:chExt cx="742950" cy="742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00050" y="9901238"/>
            <a:ext cx="514350" cy="42862"/>
            <a:chOff x="0" y="0"/>
            <a:chExt cx="6858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0050" y="9429750"/>
            <a:ext cx="42862" cy="514350"/>
            <a:chOff x="0" y="0"/>
            <a:chExt cx="5715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73600" y="9901238"/>
            <a:ext cx="514350" cy="42862"/>
            <a:chOff x="0" y="0"/>
            <a:chExt cx="6858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845088" y="9429750"/>
            <a:ext cx="42862" cy="514350"/>
            <a:chOff x="0" y="0"/>
            <a:chExt cx="57150" cy="68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8625" y="71438"/>
            <a:ext cx="85725" cy="85725"/>
            <a:chOff x="0" y="0"/>
            <a:chExt cx="114300" cy="114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00075" y="100012"/>
            <a:ext cx="228600" cy="28575"/>
            <a:chOff x="0" y="0"/>
            <a:chExt cx="3048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459325" y="100012"/>
            <a:ext cx="228600" cy="28575"/>
            <a:chOff x="0" y="0"/>
            <a:chExt cx="30480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773650" y="71438"/>
            <a:ext cx="85725" cy="85725"/>
            <a:chOff x="0" y="0"/>
            <a:chExt cx="114300" cy="114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429500" y="19050"/>
            <a:ext cx="4286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SYS_SECURE_INIT // 0X7F_SOLVIX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85875" y="8343900"/>
            <a:ext cx="15716250" cy="14288"/>
            <a:chOff x="0" y="0"/>
            <a:chExt cx="209550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14375" y="1884269"/>
            <a:ext cx="11646932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0F0715"/>
                </a:solidFill>
                <a:latin typeface="Arimo Bold"/>
                <a:ea typeface="Arimo Bold"/>
                <a:cs typeface="Arimo Bold"/>
                <a:sym typeface="Arimo Bold"/>
              </a:rPr>
              <a:t> Technology &amp; Implementation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515340"/>
            <a:ext cx="4723913" cy="36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true">
                <a:solidFill>
                  <a:srgbClr val="7C3AE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SOLVIX'26 // 24H HACKATHON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7996" y="3205271"/>
            <a:ext cx="7584501" cy="533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Stack: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all open source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Flutter, React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FastAPI, JWT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PostGIS, SQLite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AI/ML: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rules now, AI next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Render, Bhuvan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806729" y="2046704"/>
            <a:ext cx="4966921" cy="6743660"/>
            <a:chOff x="0" y="0"/>
            <a:chExt cx="1308160" cy="17761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08160" cy="1776108"/>
            </a:xfrm>
            <a:custGeom>
              <a:avLst/>
              <a:gdLst/>
              <a:ahLst/>
              <a:cxnLst/>
              <a:rect r="r" b="b" t="t" l="l"/>
              <a:pathLst>
                <a:path h="1776108" w="1308160">
                  <a:moveTo>
                    <a:pt x="0" y="0"/>
                  </a:moveTo>
                  <a:lnTo>
                    <a:pt x="1308160" y="0"/>
                  </a:lnTo>
                  <a:lnTo>
                    <a:pt x="1308160" y="1776108"/>
                  </a:lnTo>
                  <a:lnTo>
                    <a:pt x="0" y="1776108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F0715"/>
              </a:solidFill>
              <a:prstDash val="solid"/>
              <a:miter/>
            </a:ln>
          </p:spPr>
        </p:sp>
      </p:grpSp>
      <p:pic>
        <p:nvPicPr>
          <p:cNvPr id="38" name="Meetpu visual" descr="img_rules.png"/>
          <p:cNvPicPr>
            <a:picLocks noChangeAspect="1"/>
          </p:cNvPicPr>
          <p:nvPr/>
        </p:nvPicPr>
        <p:blipFill>
          <a:blip r:embed="rIdMeetpu4"/>
          <a:stretch>
            <a:fillRect/>
          </a:stretch>
        </p:blipFill>
        <p:spPr>
          <a:xfrm>
            <a:off x="12916457" y="2685769"/>
            <a:ext cx="4747465" cy="5465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8600"/>
            <a:chOff x="0" y="0"/>
            <a:chExt cx="243840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15550"/>
            <a:ext cx="18288000" cy="171450"/>
            <a:chOff x="0" y="0"/>
            <a:chExt cx="24384000" cy="22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829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28600"/>
            <a:ext cx="2571750" cy="42862"/>
            <a:chOff x="0" y="0"/>
            <a:chExt cx="3429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6250" y="228600"/>
            <a:ext cx="2571750" cy="42862"/>
            <a:chOff x="0" y="0"/>
            <a:chExt cx="3429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8619" y="378619"/>
            <a:ext cx="557212" cy="557212"/>
            <a:chOff x="0" y="0"/>
            <a:chExt cx="742950" cy="742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52169" y="378619"/>
            <a:ext cx="557212" cy="557212"/>
            <a:chOff x="0" y="0"/>
            <a:chExt cx="742950" cy="742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00050" y="9901238"/>
            <a:ext cx="514350" cy="42862"/>
            <a:chOff x="0" y="0"/>
            <a:chExt cx="6858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0050" y="9429750"/>
            <a:ext cx="42862" cy="514350"/>
            <a:chOff x="0" y="0"/>
            <a:chExt cx="5715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73600" y="9901238"/>
            <a:ext cx="514350" cy="42862"/>
            <a:chOff x="0" y="0"/>
            <a:chExt cx="6858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28625" y="71438"/>
            <a:ext cx="85725" cy="85725"/>
            <a:chOff x="0" y="0"/>
            <a:chExt cx="114300" cy="114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00075" y="100012"/>
            <a:ext cx="228600" cy="28575"/>
            <a:chOff x="0" y="0"/>
            <a:chExt cx="304800" cy="38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459325" y="100012"/>
            <a:ext cx="228600" cy="28575"/>
            <a:chOff x="0" y="0"/>
            <a:chExt cx="3048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773650" y="71438"/>
            <a:ext cx="85725" cy="85725"/>
            <a:chOff x="0" y="0"/>
            <a:chExt cx="114300" cy="1143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429500" y="19050"/>
            <a:ext cx="4286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SYS_SECURE_INIT // 0X7F_SOLVIX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85875" y="8343900"/>
            <a:ext cx="15716250" cy="14288"/>
            <a:chOff x="0" y="0"/>
            <a:chExt cx="209550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514350" y="1499493"/>
            <a:ext cx="12003524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0F0715"/>
                </a:solidFill>
                <a:latin typeface="Arimo Bold"/>
                <a:ea typeface="Arimo Bold"/>
                <a:cs typeface="Arimo Bold"/>
                <a:sym typeface="Arimo Bold"/>
              </a:rPr>
              <a:t>Impact, Innovation &amp; Feasibility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515340"/>
            <a:ext cx="4723913" cy="36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true">
                <a:solidFill>
                  <a:srgbClr val="7C3AE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SOLVIX'26 // 24H HACKATHON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0075" y="2474853"/>
            <a:ext cx="7584501" cy="610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Unique: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photo-to-payment trail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faster, fairer relief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Users: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citizens, VAOs, officials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Scale: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district or flood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floods, cyclones, crops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Value: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proof for aid claims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triage, SMS alerts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892454" y="2046704"/>
            <a:ext cx="4966921" cy="6743660"/>
            <a:chOff x="0" y="0"/>
            <a:chExt cx="1308160" cy="17761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08160" cy="1776108"/>
            </a:xfrm>
            <a:custGeom>
              <a:avLst/>
              <a:gdLst/>
              <a:ahLst/>
              <a:cxnLst/>
              <a:rect r="r" b="b" t="t" l="l"/>
              <a:pathLst>
                <a:path h="1776108" w="1308160">
                  <a:moveTo>
                    <a:pt x="0" y="0"/>
                  </a:moveTo>
                  <a:lnTo>
                    <a:pt x="1308160" y="0"/>
                  </a:lnTo>
                  <a:lnTo>
                    <a:pt x="1308160" y="1776108"/>
                  </a:lnTo>
                  <a:lnTo>
                    <a:pt x="0" y="1776108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F0715"/>
              </a:solidFill>
              <a:prstDash val="solid"/>
              <a:miter/>
            </a:ln>
          </p:spPr>
        </p:sp>
      </p:grpSp>
      <p:pic>
        <p:nvPicPr>
          <p:cNvPr id="36" name="Meetpu visual" descr="img_compare.png"/>
          <p:cNvPicPr>
            <a:picLocks noChangeAspect="1"/>
          </p:cNvPicPr>
          <p:nvPr/>
        </p:nvPicPr>
        <p:blipFill>
          <a:blip r:embed="rIdMeetpu5"/>
          <a:stretch>
            <a:fillRect/>
          </a:stretch>
        </p:blipFill>
        <p:spPr>
          <a:xfrm>
            <a:off x="13002182" y="2617164"/>
            <a:ext cx="4747465" cy="5602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8600"/>
            <a:chOff x="0" y="0"/>
            <a:chExt cx="243840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15550"/>
            <a:ext cx="18288000" cy="171450"/>
            <a:chOff x="0" y="0"/>
            <a:chExt cx="24384000" cy="22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829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28600"/>
            <a:ext cx="2571750" cy="42862"/>
            <a:chOff x="0" y="0"/>
            <a:chExt cx="3429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6250" y="228600"/>
            <a:ext cx="2571750" cy="42862"/>
            <a:chOff x="0" y="0"/>
            <a:chExt cx="3429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8619" y="378619"/>
            <a:ext cx="557212" cy="557212"/>
            <a:chOff x="0" y="0"/>
            <a:chExt cx="742950" cy="742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52169" y="378619"/>
            <a:ext cx="557212" cy="557212"/>
            <a:chOff x="0" y="0"/>
            <a:chExt cx="742950" cy="742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00050" y="9901238"/>
            <a:ext cx="514350" cy="42862"/>
            <a:chOff x="0" y="0"/>
            <a:chExt cx="6858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0050" y="9429750"/>
            <a:ext cx="42862" cy="514350"/>
            <a:chOff x="0" y="0"/>
            <a:chExt cx="5715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73600" y="9901238"/>
            <a:ext cx="514350" cy="42862"/>
            <a:chOff x="0" y="0"/>
            <a:chExt cx="6858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845088" y="9429750"/>
            <a:ext cx="42862" cy="514350"/>
            <a:chOff x="0" y="0"/>
            <a:chExt cx="57150" cy="68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8625" y="71438"/>
            <a:ext cx="85725" cy="85725"/>
            <a:chOff x="0" y="0"/>
            <a:chExt cx="114300" cy="114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00075" y="100012"/>
            <a:ext cx="228600" cy="28575"/>
            <a:chOff x="0" y="0"/>
            <a:chExt cx="3048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459325" y="100012"/>
            <a:ext cx="228600" cy="28575"/>
            <a:chOff x="0" y="0"/>
            <a:chExt cx="30480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773650" y="71438"/>
            <a:ext cx="85725" cy="85725"/>
            <a:chOff x="0" y="0"/>
            <a:chExt cx="114300" cy="114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429500" y="19050"/>
            <a:ext cx="4286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SYS_SECURE_INIT // 0X7F_SOLVIX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85875" y="8343900"/>
            <a:ext cx="15716250" cy="14288"/>
            <a:chOff x="0" y="0"/>
            <a:chExt cx="209550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14375" y="1884269"/>
            <a:ext cx="10359510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0F0715"/>
                </a:solidFill>
                <a:latin typeface="Arimo Bold"/>
                <a:ea typeface="Arimo Bold"/>
                <a:cs typeface="Arimo Bold"/>
                <a:sym typeface="Arimo Bold"/>
              </a:rPr>
              <a:t>Reference / Demo / Closing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515340"/>
            <a:ext cx="4723913" cy="36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true">
                <a:solidFill>
                  <a:srgbClr val="7C3AE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SOLVIX'26 // 24H HACKATHON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8675" y="3387232"/>
            <a:ext cx="12984480" cy="379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NDEM flood maps; NIDM PDNA SOP (2019)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Render (API + PostGIS + portal); Android APK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Links: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ndem.nrsc.gov.in · nidm.gov.in/PDF/pubs/sop_pdna.pdf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offline report → VAO verify → approve → export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7C3A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Closing: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satellites show water; Meetpu shows who lost what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DAHWFDJf1jY</dc:identifier>
  <dcterms:modified xsi:type="dcterms:W3CDTF">2011-08-01T06:04:30Z</dcterms:modified>
  <cp:revision>1</cp:revision>
  <dc:title>Solvix'26  template</dc:title>
</cp:coreProperties>
</file>